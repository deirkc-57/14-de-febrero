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643C6-57E1-F12E-1EA4-42B19563F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9A4383-665D-21AA-512A-5A7F549A4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872333-4C72-C956-2DF8-E28A5D51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7351D9-01F9-753B-2331-041380EB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7540D2-9631-2465-5766-6F6ACEE0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188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86138-68B0-8D7A-D922-519C2307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45E7A7-CDAE-60A6-DE5B-87A3787EF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99BE3D-3A33-1487-9A17-850F5041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DF6FED-DEFE-8427-2050-28DAAAE3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455F5C-6577-52C1-DD9F-5749251E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B424F-0FCE-9572-82B1-4FAEEEFB9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253407-2F82-B595-A224-26A2CEE3E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F93B5-E88B-B247-9188-7FC8BF2B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B16E4-2CA5-C1A5-805F-FA513556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E84C7-F325-DBF9-8CB5-E9502524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808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EA57E-AD64-6C7C-79F0-6C026B21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6CC7D8-E095-E972-89FB-A3BC9CCF5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DDC26C-FE61-8A30-9836-958749A69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4F90EE-9B7F-1842-B852-0CD1138D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900181-02E0-7BBE-ED9F-43B83E49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892788-F4E4-2728-F928-C4731CD0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0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80CEB-4210-36BA-CF32-9B9129C5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3863C9-D15B-932F-CAE9-97FAC2AF3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55F832-092F-1866-6232-D646B4518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5B3061-5E8E-D33F-376D-10A4D75F2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821773-514A-CAB5-F266-84701B2FB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68B56E-716E-CC4E-3DA8-B14F2DED2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9C3543-8E26-B688-ABB7-75CE8564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173E9C-B2D8-E33F-D9A2-4CA48108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072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650A9-3774-7DE5-1A79-2DB80368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1C6C1C-3712-3763-A3DD-156E450E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A6F97D-7FA4-C5DE-EABF-A583B18F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2BDB3C-1444-FBFC-ABE6-FA86AFF6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504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0FF28D-78AB-4721-CFD4-E01AE522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5E9EDC-1769-816E-77DC-450AB495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377992-EF1E-06AB-80A2-08A128C8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064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7DA5E-F8E7-A99D-0301-7998A11A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B3ABA-46C7-D2A3-2CCF-D59ABD9B2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239647-D94B-C8A8-589D-AA3BEDD14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40C8D1-E92C-00C6-1946-5E78920D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57B0C-498C-114F-198A-6E3A0F30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A97415-AE64-3A4A-92B2-2E204DF6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103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58384-E11E-FE32-1A43-7D7B9351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5579BB-E53E-1E34-A90D-F3E725908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D281B2-EC6F-3786-B6EC-4A2282539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126469-C6D4-7F76-D790-A56C5268B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4567F-BDE6-CEEC-A854-A86D1200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220A57-7BED-5281-0635-363CBE0E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618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53419-70A1-A56D-BB1D-AB1B30B6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0D2B6A-6561-F593-7CAE-830D63CA8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FE83EC-421B-14FA-060F-BD1EBAAB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BAEAF-9458-0552-6569-2FE8D113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BFB2A-6EE6-A935-74F3-9D19D90E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416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11BE1B-534B-0C00-0C22-1DDD3BDB8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E27EC6-714E-C2EF-84D9-F4DF0818B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2C1735-E5FB-C1CD-BD61-2DB36FED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633D4-EC51-CA0C-1B32-C2DEBC12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ED621-0366-24B0-D786-D54B3061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580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897A7-192E-340B-C45E-BAC40F84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C96F12-8070-0B30-018A-2F4B93E56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8D7DF2-DD67-ACBD-D56B-4F723C33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E2C8B-CBCB-58DA-1A54-678DE3A4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B0194-F44D-D047-CAB2-A144C60A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294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B175AB-02EB-B405-4338-BCCC7D8F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1D9E0-2D9D-F623-106A-2E8102868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99AB93-0B98-C29D-F7AF-C49F4B5D4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97E44-A41D-49CD-B3F9-73933230912C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3C228-BCBF-3272-8B30-82ACCE00D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A1F07-C917-6C99-B03E-F1BE90C45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FA769-64AB-438D-AEFF-F9FCDC258F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611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 globo con forma de corazón rojo atado a un banco">
            <a:extLst>
              <a:ext uri="{FF2B5EF4-FFF2-40B4-BE49-F238E27FC236}">
                <a16:creationId xmlns:a16="http://schemas.microsoft.com/office/drawing/2014/main" id="{1E5E2214-6836-6908-CB0C-7B4D9ADCA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789E0E-724F-3D57-4FC4-C869E619A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CO" sz="5200">
                <a:solidFill>
                  <a:srgbClr val="FFFFFF"/>
                </a:solidFill>
              </a:rPr>
              <a:t>Feliz San Valentín ??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083B8A-FE53-6A12-9909-CEEBC1743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</a:rPr>
              <a:t>Una carta especial para mi amor</a:t>
            </a:r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06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6D345D-7DAA-C0F2-AEE5-C45F7AC4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15" y="1808855"/>
            <a:ext cx="2552956" cy="3240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Para mi persona especial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387342-526B-BF0F-31A3-D07E82F0C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8856" y="871442"/>
            <a:ext cx="4363748" cy="51151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Amoorrr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fin es 14 de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febrero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Luego de tanto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tiempo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juntos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desde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25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conociendo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magnífica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persona que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mi bb.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Nunca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arrepentir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haberte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conocido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mejor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Mi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mujercita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linda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tan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diferente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única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preciosa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fuera 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dentro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Tus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sentimientos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manera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pensar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fascina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957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54102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B0EC3-10BC-6D82-DC6D-1391E4136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439" y="1335183"/>
            <a:ext cx="3516922" cy="4150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Nuestro amor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9956BA-5C38-49F9-88D6-BD6C71E9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85799"/>
            <a:ext cx="5410200" cy="5486401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AD1394-F145-8208-ED36-71B43C804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001" y="1335183"/>
            <a:ext cx="4110198" cy="41876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lastima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saber que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tú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la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pasaremos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juntos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hoy,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pero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cuando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todas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esas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caricias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he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guardado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Quiero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darte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amor que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mereces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solo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ser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linda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mi bb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consentida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mi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niña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preciosa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mi reina, mi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princesita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mi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todo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3292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Dos personas sujetando sus manos mientras están sentados en un banco">
            <a:extLst>
              <a:ext uri="{FF2B5EF4-FFF2-40B4-BE49-F238E27FC236}">
                <a16:creationId xmlns:a16="http://schemas.microsoft.com/office/drawing/2014/main" id="{8A622A78-E56B-56DC-EA52-52CEEC225D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414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C8FDD0-6FC0-0A8D-A249-40EBE128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Planes </a:t>
            </a:r>
            <a:r>
              <a:rPr lang="en-US" dirty="0" err="1">
                <a:solidFill>
                  <a:srgbClr val="FFFFFF"/>
                </a:solidFill>
              </a:rPr>
              <a:t>juntos</a:t>
            </a:r>
            <a:r>
              <a:rPr lang="en-US" dirty="0">
                <a:solidFill>
                  <a:srgbClr val="FFFFFF"/>
                </a:solidFill>
              </a:rPr>
              <a:t>¡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4B84E3-156B-8C79-835F-70A6F5BEF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181" y="2957665"/>
            <a:ext cx="9792471" cy="31714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>
                <a:solidFill>
                  <a:srgbClr val="FFFFFF"/>
                </a:solidFill>
              </a:rPr>
              <a:t>Quiero</a:t>
            </a:r>
            <a:r>
              <a:rPr lang="en-US" sz="2000" dirty="0">
                <a:solidFill>
                  <a:srgbClr val="FFFFFF"/>
                </a:solidFill>
              </a:rPr>
              <a:t> que </a:t>
            </a:r>
            <a:r>
              <a:rPr lang="en-US" sz="2000" dirty="0" err="1">
                <a:solidFill>
                  <a:srgbClr val="FFFFFF"/>
                </a:solidFill>
              </a:rPr>
              <a:t>todos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nuestros</a:t>
            </a:r>
            <a:r>
              <a:rPr lang="en-US" sz="2000" dirty="0">
                <a:solidFill>
                  <a:srgbClr val="FFFFFF"/>
                </a:solidFill>
              </a:rPr>
              <a:t> planes se </a:t>
            </a:r>
            <a:r>
              <a:rPr lang="en-US" sz="2000" dirty="0" err="1">
                <a:solidFill>
                  <a:srgbClr val="FFFFFF"/>
                </a:solidFill>
              </a:rPr>
              <a:t>hagan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realidad</a:t>
            </a:r>
            <a:r>
              <a:rPr lang="en-US" sz="2000" dirty="0">
                <a:solidFill>
                  <a:srgbClr val="FFFFFF"/>
                </a:solidFill>
              </a:rPr>
              <a:t>. </a:t>
            </a:r>
            <a:r>
              <a:rPr lang="en-US" sz="2000" dirty="0" err="1">
                <a:solidFill>
                  <a:srgbClr val="FFFFFF"/>
                </a:solidFill>
              </a:rPr>
              <a:t>Quiero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vivir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todo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eso</a:t>
            </a:r>
            <a:r>
              <a:rPr lang="en-US" sz="2000" dirty="0">
                <a:solidFill>
                  <a:srgbClr val="FFFFFF"/>
                </a:solidFill>
              </a:rPr>
              <a:t> que </a:t>
            </a:r>
            <a:r>
              <a:rPr lang="en-US" sz="2000" dirty="0" err="1">
                <a:solidFill>
                  <a:srgbClr val="FFFFFF"/>
                </a:solidFill>
              </a:rPr>
              <a:t>te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dije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contigo</a:t>
            </a:r>
            <a:r>
              <a:rPr lang="en-US" sz="2000" dirty="0">
                <a:solidFill>
                  <a:srgbClr val="FFFFFF"/>
                </a:solidFill>
              </a:rPr>
              <a:t>, solo </a:t>
            </a:r>
            <a:r>
              <a:rPr lang="en-US" sz="2000" dirty="0" err="1">
                <a:solidFill>
                  <a:srgbClr val="FFFFFF"/>
                </a:solidFill>
              </a:rPr>
              <a:t>contigo</a:t>
            </a:r>
            <a:r>
              <a:rPr lang="en-US" sz="2000" dirty="0">
                <a:solidFill>
                  <a:srgbClr val="FFFFFF"/>
                </a:solidFill>
              </a:rPr>
              <a:t>, con </a:t>
            </a:r>
            <a:r>
              <a:rPr lang="en-US" sz="2000" dirty="0" err="1">
                <a:solidFill>
                  <a:srgbClr val="FFFFFF"/>
                </a:solidFill>
              </a:rPr>
              <a:t>nadie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más</a:t>
            </a:r>
            <a:r>
              <a:rPr lang="en-US" sz="2000" dirty="0">
                <a:solidFill>
                  <a:srgbClr val="FFFFFF"/>
                </a:solidFill>
              </a:rPr>
              <a:t>. Si </a:t>
            </a:r>
            <a:r>
              <a:rPr lang="en-US" sz="2000" dirty="0" err="1">
                <a:solidFill>
                  <a:srgbClr val="FFFFFF"/>
                </a:solidFill>
              </a:rPr>
              <a:t>el</a:t>
            </a:r>
            <a:r>
              <a:rPr lang="en-US" sz="2000" dirty="0">
                <a:solidFill>
                  <a:srgbClr val="FFFFFF"/>
                </a:solidFill>
              </a:rPr>
              <a:t> plan es </a:t>
            </a:r>
            <a:r>
              <a:rPr lang="en-US" sz="2000" dirty="0" err="1">
                <a:solidFill>
                  <a:srgbClr val="FFFFFF"/>
                </a:solidFill>
              </a:rPr>
              <a:t>contigo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US" sz="2000" dirty="0" err="1">
                <a:solidFill>
                  <a:srgbClr val="FFFFFF"/>
                </a:solidFill>
              </a:rPr>
              <a:t>inmediatamente</a:t>
            </a:r>
            <a:r>
              <a:rPr lang="en-US" sz="2000" dirty="0">
                <a:solidFill>
                  <a:srgbClr val="FFFFFF"/>
                </a:solidFill>
              </a:rPr>
              <a:t> se </a:t>
            </a:r>
            <a:r>
              <a:rPr lang="en-US" sz="2000" dirty="0" err="1">
                <a:solidFill>
                  <a:srgbClr val="FFFFFF"/>
                </a:solidFill>
              </a:rPr>
              <a:t>vuelve</a:t>
            </a:r>
            <a:r>
              <a:rPr lang="en-US" sz="2000" dirty="0">
                <a:solidFill>
                  <a:srgbClr val="FFFFFF"/>
                </a:solidFill>
              </a:rPr>
              <a:t> especial. ¿Por </a:t>
            </a:r>
            <a:r>
              <a:rPr lang="en-US" sz="2000" dirty="0" err="1">
                <a:solidFill>
                  <a:srgbClr val="FFFFFF"/>
                </a:solidFill>
              </a:rPr>
              <a:t>qué</a:t>
            </a:r>
            <a:r>
              <a:rPr lang="en-US" sz="2000" dirty="0">
                <a:solidFill>
                  <a:srgbClr val="FFFFFF"/>
                </a:solidFill>
              </a:rPr>
              <a:t>? </a:t>
            </a:r>
            <a:r>
              <a:rPr lang="en-US" sz="2000" dirty="0" err="1">
                <a:solidFill>
                  <a:srgbClr val="FFFFFF"/>
                </a:solidFill>
              </a:rPr>
              <a:t>Porque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estás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tú</a:t>
            </a:r>
            <a:r>
              <a:rPr lang="en-US" sz="2000" dirty="0">
                <a:solidFill>
                  <a:srgbClr val="FFFFFF"/>
                </a:solidFill>
              </a:rPr>
              <a:t>, mi </a:t>
            </a:r>
            <a:r>
              <a:rPr lang="en-US" sz="2000" dirty="0" err="1">
                <a:solidFill>
                  <a:srgbClr val="FFFFFF"/>
                </a:solidFill>
              </a:rPr>
              <a:t>personita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preferida</a:t>
            </a:r>
            <a:r>
              <a:rPr lang="en-US" sz="2000" dirty="0">
                <a:solidFill>
                  <a:srgbClr val="FFFFFF"/>
                </a:solidFill>
              </a:rPr>
              <a:t>, mi </a:t>
            </a:r>
            <a:r>
              <a:rPr lang="en-US" sz="2000" dirty="0" err="1">
                <a:solidFill>
                  <a:srgbClr val="FFFFFF"/>
                </a:solidFill>
              </a:rPr>
              <a:t>dramática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linda</a:t>
            </a:r>
            <a:r>
              <a:rPr lang="en-US" sz="2000" dirty="0">
                <a:solidFill>
                  <a:srgbClr val="FFFFFF"/>
                </a:solidFill>
              </a:rPr>
              <a:t>. Amo </a:t>
            </a:r>
            <a:r>
              <a:rPr lang="en-US" sz="2000" dirty="0" err="1">
                <a:solidFill>
                  <a:srgbClr val="FFFFFF"/>
                </a:solidFill>
              </a:rPr>
              <a:t>tus</a:t>
            </a:r>
            <a:r>
              <a:rPr lang="en-US" sz="2000" dirty="0">
                <a:solidFill>
                  <a:srgbClr val="FFFFFF"/>
                </a:solidFill>
              </a:rPr>
              <a:t> dramas, </a:t>
            </a:r>
            <a:r>
              <a:rPr lang="en-US" sz="2000" dirty="0" err="1">
                <a:solidFill>
                  <a:srgbClr val="FFFFFF"/>
                </a:solidFill>
              </a:rPr>
              <a:t>amo</a:t>
            </a:r>
            <a:r>
              <a:rPr lang="en-US" sz="2000" dirty="0">
                <a:solidFill>
                  <a:srgbClr val="FFFFFF"/>
                </a:solidFill>
              </a:rPr>
              <a:t> que seas </a:t>
            </a:r>
            <a:r>
              <a:rPr lang="en-US" sz="2000" dirty="0" err="1">
                <a:solidFill>
                  <a:srgbClr val="FFFFFF"/>
                </a:solidFill>
              </a:rPr>
              <a:t>consentida</a:t>
            </a:r>
            <a:r>
              <a:rPr lang="en-US" sz="2000" dirty="0">
                <a:solidFill>
                  <a:srgbClr val="FFFFFF"/>
                </a:solidFill>
              </a:rPr>
              <a:t>, me </a:t>
            </a:r>
            <a:r>
              <a:rPr lang="en-US" sz="2000" dirty="0" err="1">
                <a:solidFill>
                  <a:srgbClr val="FFFFFF"/>
                </a:solidFill>
              </a:rPr>
              <a:t>encanta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así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te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puedo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volver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incluso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más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consentida</a:t>
            </a:r>
            <a:r>
              <a:rPr lang="en-US" sz="20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502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4" descr="Pareja agarrados de la mano">
            <a:extLst>
              <a:ext uri="{FF2B5EF4-FFF2-40B4-BE49-F238E27FC236}">
                <a16:creationId xmlns:a16="http://schemas.microsoft.com/office/drawing/2014/main" id="{8180958D-8AB9-5E1D-CB1D-E61137E2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9391" b="10949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E3088D-A2DA-50E2-0034-4BF2B75D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00427"/>
            <a:ext cx="987552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200" dirty="0" err="1">
                <a:solidFill>
                  <a:srgbClr val="FFFFFF"/>
                </a:solidFill>
              </a:rPr>
              <a:t>Te</a:t>
            </a:r>
            <a:r>
              <a:rPr lang="en-US" sz="8200" dirty="0">
                <a:solidFill>
                  <a:srgbClr val="FFFFFF"/>
                </a:solidFill>
              </a:rPr>
              <a:t> </a:t>
            </a:r>
            <a:r>
              <a:rPr lang="en-US" sz="8200" dirty="0" err="1">
                <a:solidFill>
                  <a:srgbClr val="FFFFFF"/>
                </a:solidFill>
              </a:rPr>
              <a:t>amo</a:t>
            </a:r>
            <a:r>
              <a:rPr lang="en-US" sz="82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B4DA5C-A312-7709-F6F9-6688CA7C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536" y="4072045"/>
            <a:ext cx="9875520" cy="141435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</a:rPr>
              <a:t>Siempre juntos, mi amor.</a:t>
            </a:r>
          </a:p>
        </p:txBody>
      </p:sp>
    </p:spTree>
    <p:extLst>
      <p:ext uri="{BB962C8B-B14F-4D97-AF65-F5344CB8AC3E}">
        <p14:creationId xmlns:p14="http://schemas.microsoft.com/office/powerpoint/2010/main" val="104731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227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Tema de Office</vt:lpstr>
      <vt:lpstr>Feliz San Valentín ??</vt:lpstr>
      <vt:lpstr>Para mi persona especial</vt:lpstr>
      <vt:lpstr>Nuestro amor </vt:lpstr>
      <vt:lpstr>Planes juntos¡ </vt:lpstr>
      <vt:lpstr>Te amo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derick perdomo</dc:creator>
  <cp:lastModifiedBy>derick perdomo</cp:lastModifiedBy>
  <cp:revision>1</cp:revision>
  <dcterms:created xsi:type="dcterms:W3CDTF">2025-02-11T22:43:16Z</dcterms:created>
  <dcterms:modified xsi:type="dcterms:W3CDTF">2025-02-11T23:20:06Z</dcterms:modified>
</cp:coreProperties>
</file>